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智能生成的大纲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产品发布会演示文稿：新产品介绍、核心功能、市场定位、定价策略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FF"/>
                </a:solidFill>
              </a:defRPr>
            </a:pPr>
            <a:r>
              <a:t>2026年03月06日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D9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</a:defRPr>
            </a:pPr>
            <a:r>
              <a:t>1. 引言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</a:defRPr>
            </a:pPr>
            <a:r>
              <a:t>2. 核心内容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</a:defRPr>
            </a:pPr>
            <a:r>
              <a:t>3. 详细分析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</a:defRPr>
            </a:pPr>
            <a:r>
              <a:t>4. 案例展示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</a:defRPr>
            </a:pPr>
            <a:r>
              <a:t>5.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D9"/>
                </a:solidFill>
              </a:defRPr>
            </a:pPr>
            <a:r>
              <a:t>引言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背景介绍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引言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引言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D9"/>
                </a:solidFill>
              </a:defRPr>
            </a:pPr>
            <a:r>
              <a:t>核心内容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主要内容阐述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核心内容 - 第1页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核心内容 - 第1页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核心内容 - 第2页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核心内容 - 第2页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核心内容 - 第3页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核心内容 - 第3页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D9"/>
                </a:solidFill>
              </a:defRPr>
            </a:pPr>
            <a:r>
              <a:t>详细分析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深入分析讨论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详细分析 - 第1页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详细分析 - 第1页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详细分析 - 第2页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详细分析 - 第2页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详细分析 - 第3页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详细分析 - 第3页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D9"/>
                </a:solidFill>
              </a:defRPr>
            </a:pPr>
            <a:r>
              <a:t>案例展示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实际案例说明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案例展示 - 第1页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案例展示 - 第1页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案例展示 - 第2页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案例展示 - 第2页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D9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D9"/>
                </a:solidFill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总结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智能生成的大纲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